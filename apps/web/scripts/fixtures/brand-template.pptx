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1.xml"/><Relationship Id="rId9" Type="http://schemas.openxmlformats.org/officeDocument/2006/relationships/slide" Target="slides/slide1.xml"/><Relationship Id="rId10" Type="http://schemas.openxmlformats.org/officeDocument/2006/relationships/slide" Target="slides/slide1.xml"/><Relationship Id="rId11" Type="http://schemas.openxmlformats.org/officeDocument/2006/relationships/slide" Target="slides/slide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600" y="6227064"/>
            <a:ext cx="1737360" cy="4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Advisory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workshop template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Advisory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workshop template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Advisory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workshop template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Advisory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workshop template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Advisory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workshop template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Meridian Advisory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 workshop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Where we are today</a:t>
            </a:r>
          </a:p>
          <a:p>
            <a:r>
              <a:t>What the data shows</a:t>
            </a:r>
          </a:p>
          <a:p>
            <a:r>
              <a:t>Options on the table</a:t>
            </a:r>
          </a:p>
          <a:p>
            <a:r>
              <a:t>Recommended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One - Discovery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Interview the working team</a:t>
            </a:r>
          </a:p>
          <a:p>
            <a:r>
              <a:t>Map the current process</a:t>
            </a:r>
          </a:p>
          <a:p>
            <a:r>
              <a:t>Quantify the gaps</a:t>
            </a:r>
          </a:p>
          <a:p>
            <a:r>
              <a:t>Design the target state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Weeks 1-2: discovery</a:t>
            </a:r>
          </a:p>
          <a:p>
            <a:r>
              <a:t>Weeks 3-4: analysis</a:t>
            </a:r>
          </a:p>
          <a:p>
            <a:r>
              <a:t>Weeks 5-6: recommendations</a:t>
            </a:r>
          </a:p>
          <a:p>
            <a:r>
              <a:t>Week 7: readout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2A56"/>
      </a:dk2>
      <a:lt2>
        <a:srgbClr val="F5F6FA"/>
      </a:lt2>
      <a:accent1>
        <a:srgbClr val="1F2A56"/>
      </a:accent1>
      <a:accent2>
        <a:srgbClr val="E8A33D"/>
      </a:accent2>
      <a:accent3>
        <a:srgbClr val="3D4E8A"/>
      </a:accent3>
      <a:accent4>
        <a:srgbClr val="8A96C4"/>
      </a:accent4>
      <a:accent5>
        <a:srgbClr val="C9A227"/>
      </a:accent5>
      <a:accent6>
        <a:srgbClr val="0F153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